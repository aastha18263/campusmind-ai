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A939BC-66F2-4156-9FA7-79E364EF58B7}">
          <p14:sldIdLst>
            <p14:sldId id="291"/>
            <p14:sldId id="281"/>
            <p14:sldId id="290"/>
            <p14:sldId id="293"/>
            <p14:sldId id="294"/>
            <p14:sldId id="296"/>
          </p14:sldIdLst>
        </p14:section>
        <p14:section name="impact" id="{BEBBDE96-FC4D-47FB-92B3-1C33DE86252A}">
          <p14:sldIdLst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4F4F5-E43C-43B9-B738-C5EBD8ACF6BE}" v="60" dt="2025-11-06T07:42:48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Kv2a5v5s1FY?si=gltC-zURmcm99ej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779638"/>
            <a:ext cx="8534400" cy="621575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757083"/>
            <a:ext cx="10363200" cy="792609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WELCOME TO 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i="1" dirty="0">
                <a:solidFill>
                  <a:srgbClr val="7030A0"/>
                </a:solidFill>
                <a:latin typeface="Garamond" panose="02020404030301010803" pitchFamily="18" charset="0"/>
              </a:rPr>
              <a:t>GEN AI</a:t>
            </a:r>
            <a:br>
              <a:rPr lang="en-US" sz="4000" b="1" i="1" dirty="0">
                <a:solidFill>
                  <a:srgbClr val="7030A0"/>
                </a:solidFill>
                <a:latin typeface="Garamond" panose="02020404030301010803" pitchFamily="18" charset="0"/>
              </a:rPr>
            </a:br>
            <a:r>
              <a:rPr lang="en-US" sz="4000" b="1" i="1" dirty="0">
                <a:solidFill>
                  <a:srgbClr val="7030A0"/>
                </a:solidFill>
                <a:latin typeface="Garamond" panose="02020404030301010803" pitchFamily="18" charset="0"/>
              </a:rPr>
              <a:t>HACKATHON </a:t>
            </a:r>
            <a:endParaRPr lang="en-IN" sz="4000" b="1" i="1" dirty="0">
              <a:solidFill>
                <a:srgbClr val="7030A0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2638" y="2320413"/>
            <a:ext cx="9884756" cy="4992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COLLEGE COMPLAINT BOT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Theme-” 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Driven platform for Transparent and Efficient complaint handling”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b="1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CAMPUSMIND AI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1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Member-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Astha pandey(Team lead)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Divyanshu Maurya          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b="1" dirty="0">
              <a:solidFill>
                <a:srgbClr val="01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56204DF3-5EF3-BCE5-EF42-F407AC2764DF}"/>
              </a:ext>
            </a:extLst>
          </p:cNvPr>
          <p:cNvSpPr/>
          <p:nvPr/>
        </p:nvSpPr>
        <p:spPr>
          <a:xfrm>
            <a:off x="3333135" y="924232"/>
            <a:ext cx="481781" cy="1166235"/>
          </a:xfrm>
          <a:prstGeom prst="leftBrace">
            <a:avLst>
              <a:gd name="adj1" fmla="val 8333"/>
              <a:gd name="adj2" fmla="val 48314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0AF988F-A344-C05C-7DD0-1D982BB41F3D}"/>
              </a:ext>
            </a:extLst>
          </p:cNvPr>
          <p:cNvSpPr/>
          <p:nvPr/>
        </p:nvSpPr>
        <p:spPr>
          <a:xfrm>
            <a:off x="7275872" y="905598"/>
            <a:ext cx="550606" cy="1144427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STATEMENT-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Inefficient college complaint handling system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16586" y="3356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/>
              <a:t>CampusMind</a:t>
            </a:r>
            <a:r>
              <a:rPr lang="en-US" sz="1000" b="1" dirty="0"/>
              <a:t>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F10E7-4F75-D134-0E87-7F0166610382}"/>
              </a:ext>
            </a:extLst>
          </p:cNvPr>
          <p:cNvSpPr txBox="1"/>
          <p:nvPr/>
        </p:nvSpPr>
        <p:spPr>
          <a:xfrm>
            <a:off x="182998" y="1237279"/>
            <a:ext cx="120090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Purpose / objective:</a:t>
            </a:r>
            <a:r>
              <a:rPr lang="en-US" dirty="0"/>
              <a:t> Highlight the issues students and administration face with the current manual complaint management process.</a:t>
            </a:r>
          </a:p>
          <a:p>
            <a:pPr>
              <a:buNone/>
            </a:pPr>
            <a:r>
              <a:rPr lang="en-US" b="1" dirty="0"/>
              <a:t>Problem (detailed):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many colleges, complaint registration and resolution are done manually — through paper forms, emails, or in-person communication.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Students often hesitate to report issues due to lack of transparency or fear of delayed/no response.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Administrative departments struggle with tracking and prioritizing complaints efficiently.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no centralized system to store complaint data, making it hard to analyze recurring issues or ensure accountability.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Miscommunication between students and staff leads to unresolved grievances and reduced trust in the system.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real-time updates leaves students unaware of the progress of their complaints.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027F268-FB5B-0F2F-23DA-87D8D2DE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3" y="517650"/>
            <a:ext cx="10972800" cy="1143000"/>
          </a:xfrm>
        </p:spPr>
        <p:txBody>
          <a:bodyPr/>
          <a:lstStyle/>
          <a:p>
            <a:r>
              <a:rPr lang="en-US" b="1" dirty="0"/>
              <a:t>P</a:t>
            </a:r>
            <a:r>
              <a:rPr lang="en-US" sz="4000" b="1" dirty="0"/>
              <a:t>roposed Solution</a:t>
            </a:r>
            <a:br>
              <a:rPr lang="en-US" sz="4000" b="1" dirty="0"/>
            </a:br>
            <a:endParaRPr lang="en-IN" sz="4000" b="1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3683C71D-868B-FB67-02C2-67B5A25FA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2281080"/>
            <a:ext cx="10972800" cy="50307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Developed an AI-powered complaint management platform for colleges.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Students can easily register, track, and manage complaints through a web-based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Students can easily register, track, and manage complaints through a web-based interface.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Integrated Gemini API to analyze and categorize complaints intelligently.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Python backend securely stores and forwards complaints to respective authorities.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/>
              <a:t>Ensures transparency, faster response, and reduced manual workload for administration.</a:t>
            </a:r>
            <a:endParaRPr lang="en-IN" sz="1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FDBD5-6F96-5FF4-762E-44EC49D29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83563" flipH="1">
            <a:off x="-2268307" y="5052986"/>
            <a:ext cx="68579" cy="457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5F6E8B-ED3C-89D2-49AC-7027A4BF9BD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90968" y="365743"/>
            <a:ext cx="97142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0C72ABE-A081-CAF9-430B-2A24F82AB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910" y="-509290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649CE71E-790B-3F61-7ABE-8DD259F74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B85A9DB6-2326-3518-DBA8-84E77B3CB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–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75B2AD-9E8D-AE37-333B-A3CE87D5F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 err="1"/>
              <a:t>Frontend</a:t>
            </a:r>
            <a:r>
              <a:rPr lang="en-US" sz="1800" dirty="0" err="1"/>
              <a:t>:Technology</a:t>
            </a:r>
            <a:r>
              <a:rPr lang="en-US" sz="1800" dirty="0"/>
              <a:t> Used: React.js</a:t>
            </a:r>
          </a:p>
          <a:p>
            <a:pPr marL="0" indent="0">
              <a:buNone/>
            </a:pPr>
            <a:r>
              <a:rPr lang="en-US" sz="1800" b="1" dirty="0"/>
              <a:t>Description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Developed a responsive and interactive user interface using React.js.</a:t>
            </a:r>
          </a:p>
          <a:p>
            <a:pPr marL="0" indent="0">
              <a:buNone/>
            </a:pPr>
            <a:r>
              <a:rPr lang="en-US" sz="1800" dirty="0"/>
              <a:t>Utilized React Hooks and Component-Based Architecture for efficient state management and modularity.</a:t>
            </a:r>
          </a:p>
          <a:p>
            <a:pPr marL="0" indent="0">
              <a:buNone/>
            </a:pPr>
            <a:r>
              <a:rPr lang="en-US" sz="1800" dirty="0"/>
              <a:t>Integrated API endpoints to dynamically fetch and display data from the backend.</a:t>
            </a:r>
          </a:p>
          <a:p>
            <a:pPr marL="0" indent="0">
              <a:buNone/>
            </a:pPr>
            <a:r>
              <a:rPr lang="en-US" sz="1800" dirty="0"/>
              <a:t>Ensured smooth navigation and user experience through React Router.</a:t>
            </a:r>
          </a:p>
          <a:p>
            <a:pPr marL="0" indent="0">
              <a:buNone/>
            </a:pPr>
            <a:r>
              <a:rPr lang="en-US" sz="2000" b="1" dirty="0" err="1"/>
              <a:t>Backend</a:t>
            </a:r>
            <a:r>
              <a:rPr lang="en-US" sz="1800" dirty="0" err="1"/>
              <a:t>:</a:t>
            </a:r>
            <a:r>
              <a:rPr lang="en-US" sz="2000" dirty="0" err="1"/>
              <a:t>Technology</a:t>
            </a:r>
            <a:r>
              <a:rPr lang="en-US" sz="2000" dirty="0"/>
              <a:t> Used: Python (Flask 2.5) with Gemini API</a:t>
            </a:r>
          </a:p>
          <a:p>
            <a:pPr marL="0" indent="0">
              <a:buNone/>
            </a:pPr>
            <a:r>
              <a:rPr lang="en-US" sz="2000" b="1" dirty="0"/>
              <a:t>Description</a:t>
            </a:r>
          </a:p>
          <a:p>
            <a:pPr marL="0" indent="0">
              <a:buNone/>
            </a:pPr>
            <a:r>
              <a:rPr lang="en-US" sz="2000" dirty="0"/>
              <a:t>Designed a lightweight and scalable backend using Flask 2.5.</a:t>
            </a:r>
          </a:p>
          <a:p>
            <a:pPr marL="0" indent="0">
              <a:buNone/>
            </a:pPr>
            <a:r>
              <a:rPr lang="en-US" sz="2000" dirty="0"/>
              <a:t>Implemented RESTful APIs for communication between frontend and backend.</a:t>
            </a:r>
          </a:p>
          <a:p>
            <a:pPr marL="0" indent="0">
              <a:buNone/>
            </a:pPr>
            <a:r>
              <a:rPr lang="en-US" sz="2000" dirty="0"/>
              <a:t>Integrated Gemini for AI-driven functionalities and intelligent data </a:t>
            </a:r>
            <a:r>
              <a:rPr lang="en-US" sz="2000" dirty="0" err="1"/>
              <a:t>processing.Handled</a:t>
            </a:r>
            <a:r>
              <a:rPr lang="en-US" sz="2000" dirty="0"/>
              <a:t> data validation, request routing, and server-side logic efficiently.</a:t>
            </a:r>
          </a:p>
          <a:p>
            <a:pPr marL="0" indent="0">
              <a:buNone/>
            </a:pPr>
            <a:r>
              <a:rPr lang="en-US" sz="2000" b="1" dirty="0"/>
              <a:t>Integration &amp; Deployment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Established seamless communication between React frontend and Flask backend using HTTP/JSON </a:t>
            </a:r>
            <a:r>
              <a:rPr lang="en-US" sz="2000" dirty="0" err="1"/>
              <a:t>APIs.Tested</a:t>
            </a:r>
            <a:r>
              <a:rPr lang="en-US" sz="2000" dirty="0"/>
              <a:t> all endpoints using Postman to ensure reliability and security</a:t>
            </a:r>
            <a:r>
              <a:rPr lang="en-US" sz="2000" b="1" dirty="0"/>
              <a:t>.</a:t>
            </a:r>
            <a:endParaRPr lang="en-IN"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AF026F-1D4C-42BD-1B3A-9093ACE3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Architecture/Design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3F23DFE-0F9E-CEF6-4499-5FE6922F7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🧑‍🎓 Student Side (Frontend)</a:t>
            </a:r>
          </a:p>
          <a:p>
            <a:r>
              <a:rPr lang="en-IN" sz="2000" dirty="0"/>
              <a:t>Fills out complaint form → clicks submit                                     </a:t>
            </a:r>
          </a:p>
          <a:p>
            <a:r>
              <a:rPr lang="en-IN" sz="2000" dirty="0"/>
              <a:t>Data + text sent to backend</a:t>
            </a:r>
          </a:p>
          <a:p>
            <a:r>
              <a:rPr lang="en-IN" sz="2000" dirty="0"/>
              <a:t>🧠 AI Layer (Gemini API)</a:t>
            </a:r>
          </a:p>
          <a:p>
            <a:r>
              <a:rPr lang="en-IN" sz="2000" dirty="0" err="1"/>
              <a:t>Analyzes</a:t>
            </a:r>
            <a:r>
              <a:rPr lang="en-IN" sz="2000" dirty="0"/>
              <a:t> the complaint text</a:t>
            </a:r>
          </a:p>
          <a:p>
            <a:r>
              <a:rPr lang="en-IN" sz="2000" dirty="0"/>
              <a:t>Categorizes &amp; summarizes it</a:t>
            </a:r>
          </a:p>
          <a:p>
            <a:r>
              <a:rPr lang="en-IN" sz="2000" dirty="0"/>
              <a:t>🐍 Backend (Python)</a:t>
            </a:r>
          </a:p>
          <a:p>
            <a:pPr marL="0" indent="0">
              <a:buNone/>
            </a:pPr>
            <a:r>
              <a:rPr lang="en-IN" sz="2000" dirty="0"/>
              <a:t>Connects frontend and database</a:t>
            </a:r>
          </a:p>
          <a:p>
            <a:pPr marL="0" indent="0">
              <a:buNone/>
            </a:pPr>
            <a:r>
              <a:rPr lang="en-IN" sz="2000" dirty="0"/>
              <a:t>Saves the complaint + AI result to Firebase🗄 </a:t>
            </a:r>
          </a:p>
          <a:p>
            <a:pPr marL="0" indent="0">
              <a:buNone/>
            </a:pPr>
            <a:r>
              <a:rPr lang="en-IN" sz="2000" dirty="0"/>
              <a:t>Database (Firebase Realtime DB)</a:t>
            </a:r>
          </a:p>
          <a:p>
            <a:pPr marL="0" indent="0">
              <a:buNone/>
            </a:pPr>
            <a:r>
              <a:rPr lang="en-IN" sz="2000" dirty="0"/>
              <a:t>Stores complaint records </a:t>
            </a:r>
            <a:r>
              <a:rPr lang="en-IN" sz="2000" dirty="0" err="1"/>
              <a:t>securelyAllows</a:t>
            </a:r>
            <a:r>
              <a:rPr lang="en-IN" sz="2000" dirty="0"/>
              <a:t> admin-only data access</a:t>
            </a:r>
          </a:p>
          <a:p>
            <a:pPr marL="0" indent="0">
              <a:buNone/>
            </a:pPr>
            <a:r>
              <a:rPr lang="en-IN" sz="2000" dirty="0"/>
              <a:t>👨‍💼 Admin Dashboard</a:t>
            </a:r>
          </a:p>
          <a:p>
            <a:pPr marL="0" indent="0">
              <a:buNone/>
            </a:pPr>
            <a:r>
              <a:rPr lang="en-IN" sz="2000" dirty="0"/>
              <a:t>Fetches all complaints</a:t>
            </a:r>
          </a:p>
          <a:p>
            <a:pPr marL="0" indent="0">
              <a:buNone/>
            </a:pPr>
            <a:r>
              <a:rPr lang="en-IN" sz="2000" dirty="0"/>
              <a:t>Shows Gemini-generated summaries (Top issues, etc.)</a:t>
            </a:r>
          </a:p>
          <a:p>
            <a:pPr marL="0" indent="0">
              <a:buNone/>
            </a:pPr>
            <a:r>
              <a:rPr lang="en-IN" sz="2000" dirty="0"/>
              <a:t>Helps admin track and act quickly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8A2D16-0E7E-3895-B3F0-32046CDB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729461-CF9E-7600-3327-495A64EFA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Youtube</a:t>
            </a:r>
            <a:r>
              <a:rPr lang="en-US" dirty="0"/>
              <a:t> link –</a:t>
            </a:r>
          </a:p>
          <a:p>
            <a:r>
              <a:rPr lang="en-US" dirty="0">
                <a:hlinkClick r:id="rId3"/>
              </a:rPr>
              <a:t>https://youtu.be/Kv2a5v5s1FY?si=gltC-zURmcm99ejS</a:t>
            </a:r>
            <a:endParaRPr lang="en-US" dirty="0"/>
          </a:p>
          <a:p>
            <a:pPr marL="0" indent="0">
              <a:buNone/>
            </a:pPr>
            <a:r>
              <a:rPr lang="en-US" sz="1600" dirty="0"/>
              <a:t>"Let’s see how our AI College Complaint System </a:t>
            </a:r>
            <a:r>
              <a:rPr lang="en-US" sz="1600" dirty="0" err="1"/>
              <a:t>works.First</a:t>
            </a:r>
            <a:r>
              <a:rPr lang="en-US" sz="1600" dirty="0"/>
              <a:t>, the user visits the homepage where they can see the option to submit a new </a:t>
            </a:r>
            <a:r>
              <a:rPr lang="en-US" sz="1600" dirty="0" err="1"/>
              <a:t>complaint.Here</a:t>
            </a:r>
            <a:r>
              <a:rPr lang="en-US" sz="1600" dirty="0"/>
              <a:t>, the student enters their details like name, email, and complaint description.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Once they click on ‘Submit’, the data is sent to the backend built using </a:t>
            </a:r>
            <a:r>
              <a:rPr lang="en-US" sz="1600" dirty="0" err="1"/>
              <a:t>Python.Our</a:t>
            </a:r>
            <a:r>
              <a:rPr lang="en-US" sz="1600" dirty="0"/>
              <a:t> Gemini API analyzes the text, understands the type of issue, and categorizes it — like technical, hostel, or academic.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After that, the complaint is automatically stored in the database and forwarded to the right </a:t>
            </a:r>
            <a:r>
              <a:rPr lang="en-US" sz="1600" dirty="0" err="1"/>
              <a:t>department.Admins</a:t>
            </a:r>
            <a:r>
              <a:rPr lang="en-US" sz="1600" dirty="0"/>
              <a:t> can log in to view all complaints, their status, and AI-generated summaries for quick action.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Finally, the student can also check the status of their complaint — whether it’s pending, in progress, or resolved.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So this is how our AI-powered system makes the complaint process faster, smarter, and more transparent.”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37CD52C-C618-5672-30C1-741AE9E2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IMPACT AND USE CASES</a:t>
            </a:r>
            <a:endParaRPr lang="en-IN" sz="32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C9A29E-1914-27FA-F842-9A23B4391A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IMPACT-</a:t>
            </a:r>
          </a:p>
          <a:p>
            <a:r>
              <a:rPr lang="en-US" sz="1800" dirty="0"/>
              <a:t>Transparency: Ensures that every complaint is tracked, verified, and resolved fairly.</a:t>
            </a:r>
          </a:p>
          <a:p>
            <a:r>
              <a:rPr lang="en-US" sz="1800" dirty="0"/>
              <a:t>Time Saving: Automates the complaint sorting and forwarding using Gemini AI, reducing manual workload for admins.</a:t>
            </a:r>
          </a:p>
          <a:p>
            <a:r>
              <a:rPr lang="en-US" sz="1800" dirty="0"/>
              <a:t>Student Empowerment: Gives students a voice to raise issues easily without fear or bias.</a:t>
            </a:r>
          </a:p>
          <a:p>
            <a:r>
              <a:rPr lang="en-US" sz="1800" dirty="0"/>
              <a:t>Efficiency: Real-time alerts and categorized complaints </a:t>
            </a:r>
            <a:r>
              <a:rPr lang="en-US" sz="1800" dirty="0" err="1"/>
              <a:t>allowdepartments</a:t>
            </a:r>
            <a:r>
              <a:rPr lang="en-US" sz="1800" dirty="0"/>
              <a:t> to act faster.</a:t>
            </a:r>
          </a:p>
          <a:p>
            <a:r>
              <a:rPr lang="en-US" sz="1800" dirty="0"/>
              <a:t>Smart Insights: AI analytics can detect repeated issues (e.g., “water cooler not working”) and highlight problem trends.</a:t>
            </a:r>
          </a:p>
          <a:p>
            <a:r>
              <a:rPr lang="en-US" sz="1800" dirty="0"/>
              <a:t>Sustainability: Moves the complaint process from paperwork to digital—eco-friendly and efficient.</a:t>
            </a:r>
            <a:endParaRPr lang="en-IN" sz="18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AE2BB31-FEE7-3319-E372-79B1B5DB9D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USE CASES-</a:t>
            </a:r>
          </a:p>
          <a:p>
            <a:r>
              <a:rPr lang="en-US" sz="1800" dirty="0"/>
              <a:t>Hostel </a:t>
            </a:r>
            <a:r>
              <a:rPr lang="en-US" sz="1800" dirty="0" err="1"/>
              <a:t>Issues:Students</a:t>
            </a:r>
            <a:r>
              <a:rPr lang="en-US" sz="1800" dirty="0"/>
              <a:t> can report hostel maintenance or food quality issues. The system routes them to the hostel warden automatically.</a:t>
            </a:r>
          </a:p>
          <a:p>
            <a:r>
              <a:rPr lang="en-US" sz="1800" dirty="0"/>
              <a:t>Classroom </a:t>
            </a:r>
            <a:r>
              <a:rPr lang="en-US" sz="1800" dirty="0" err="1"/>
              <a:t>Problems:AI</a:t>
            </a:r>
            <a:r>
              <a:rPr lang="en-US" sz="1800" dirty="0"/>
              <a:t> detects keywords like “projector,” “fan,” “bench” and forwards to the maintenance department.</a:t>
            </a:r>
          </a:p>
          <a:p>
            <a:r>
              <a:rPr lang="en-US" sz="1800" dirty="0"/>
              <a:t>Harassment or Misconduct </a:t>
            </a:r>
            <a:r>
              <a:rPr lang="en-US" sz="1800" dirty="0" err="1"/>
              <a:t>Reports:Sensitive</a:t>
            </a:r>
            <a:r>
              <a:rPr lang="en-US" sz="1800" dirty="0"/>
              <a:t> complaints are sent securely to a special admin or counselor without revealing the student’s identity.</a:t>
            </a:r>
          </a:p>
          <a:p>
            <a:r>
              <a:rPr lang="en-US" sz="1800" dirty="0"/>
              <a:t>Faculty </a:t>
            </a:r>
            <a:r>
              <a:rPr lang="en-US" sz="1800" dirty="0" err="1"/>
              <a:t>Feedback:AI</a:t>
            </a:r>
            <a:r>
              <a:rPr lang="en-US" sz="1800" dirty="0"/>
              <a:t> summarizes frequent faculty-related complaints to improve teaching quality.</a:t>
            </a:r>
          </a:p>
          <a:p>
            <a:r>
              <a:rPr lang="en-US" sz="1800" dirty="0"/>
              <a:t>Technical </a:t>
            </a:r>
            <a:r>
              <a:rPr lang="en-US" sz="1800" dirty="0" err="1"/>
              <a:t>Issues:Complaints</a:t>
            </a:r>
            <a:r>
              <a:rPr lang="en-US" sz="1800" dirty="0"/>
              <a:t> about online portals, Wi-Fi, or lab PCs are directly sent to the IT department.</a:t>
            </a:r>
            <a:endParaRPr lang="en-IN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B97808-E6FF-866C-5479-E6F02729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02E61C-047E-2E71-9C14-F079345A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05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campusmind AI</Template>
  <TotalTime>6</TotalTime>
  <Words>930</Words>
  <Application>Microsoft Office PowerPoint</Application>
  <PresentationFormat>Widescreen</PresentationFormat>
  <Paragraphs>110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WELCOME TO  GEN AI HACKATHON </vt:lpstr>
      <vt:lpstr>PROBLEM STATEMENT- Inefficient college complaint handling system</vt:lpstr>
      <vt:lpstr>Proposed Solution </vt:lpstr>
      <vt:lpstr>Technical Approach –</vt:lpstr>
      <vt:lpstr>Architecture/Design</vt:lpstr>
      <vt:lpstr>Demo</vt:lpstr>
      <vt:lpstr>IMPACT AND 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vishwas pandey</dc:creator>
  <cp:keywords/>
  <dc:description/>
  <cp:lastModifiedBy>vishwas pandey</cp:lastModifiedBy>
  <cp:revision>1</cp:revision>
  <dcterms:created xsi:type="dcterms:W3CDTF">2025-11-06T07:46:39Z</dcterms:created>
  <dcterms:modified xsi:type="dcterms:W3CDTF">2025-11-06T07:53:12Z</dcterms:modified>
  <cp:category/>
</cp:coreProperties>
</file>